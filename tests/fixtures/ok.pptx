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 CJK JP"/>
              </a:rPr>
              <a:t>要件定義の進め方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Noto Sans CJK JP"/>
              </a:rPr>
              <a:t>機能要件と非機能要件を分けて整理する。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JP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 CJK JP"/>
              </a:rPr>
              <a:t>現行の課題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Noto Sans CJK JP"/>
              </a:rPr>
              <a:t>公開日時を設定できないため、担当者が深夜に手作業で公開している。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JP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572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>
                <a:latin typeface="Noto Sans CJK JP"/>
              </a:rPr>
              <a:t>対応方針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latin typeface="Noto Sans CJK JP"/>
              </a:rPr>
              <a:t>公開予約の仕組みを追加する。既存の権限設定はそのまま使う。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247120" y="630936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latin typeface="Noto Sans CJK JP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