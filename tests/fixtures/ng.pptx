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Noto Sans CJK JP"/>
              </a:rPr>
              <a:t>対応方針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Noto Sans CJK JP"/>
              </a:rPr>
              <a:t>公開予約の仕組みを追加する。既存の権限設定はそのまま使う。移行は段階的に行い、既存の記事には影響を与えない。運用手順書もあわせて更新する。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6459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Noto Sans CJK JP"/>
              </a:rPr>
              <a:t>重なっている枠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Noto Sans CJK JP"/>
              </a:rPr>
              <a:t>対応方針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DejaVu Sans"/>
              </a:rPr>
              <a:t>別のフォントで書かれた本文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Noto Sans CJK JP"/>
              </a:rPr>
              <a:t>図 1 の値は前年比で 120% になる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